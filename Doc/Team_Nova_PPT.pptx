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slide_bg_abstract_17827941046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6400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600" b="1">
                <a:solidFill>
                  <a:srgbClr val="FFFFFF"/>
                </a:solidFill>
                <a:latin typeface="Georgia"/>
              </a:rPr>
              <a:t>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F0F8"/>
                </a:solidFill>
                <a:latin typeface="Calibri"/>
              </a:rPr>
              <a:t>INTELLIGENCE COLLECTIVE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66543"/>
            <a:ext cx="868680" cy="254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311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F0F8"/>
                </a:solidFill>
                <a:latin typeface="Calibri"/>
              </a:rPr>
              <a:t>PRESENTING THE TEAM BEHIND THE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51760"/>
            <a:ext cx="2651760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852928"/>
            <a:ext cx="24323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Navaneethan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33756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Full Stack Architecture</a:t>
            </a:r>
          </a:p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Backend and Database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315968"/>
            <a:ext cx="1554480" cy="32918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36168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TEAM LEAD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2651760"/>
            <a:ext cx="2651760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852928"/>
            <a:ext cx="24323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Kaviya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33756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Frontend Interface</a:t>
            </a:r>
          </a:p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React and Warden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8504" y="2651760"/>
            <a:ext cx="2651760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852928"/>
            <a:ext cx="24323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Elakkiya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33756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Database Schema</a:t>
            </a:r>
          </a:p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Security and Role Guards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34856" y="2651760"/>
            <a:ext cx="2651760" cy="2542032"/>
          </a:xfrm>
          <a:prstGeom prst="rect">
            <a:avLst/>
          </a:prstGeom>
          <a:solidFill>
            <a:srgbClr val="FFFFFF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2852928"/>
            <a:ext cx="24323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Yogasri 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3337560"/>
            <a:ext cx="24323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Gate Module and QR Engine</a:t>
            </a:r>
          </a:p>
          <a:p>
            <a:pPr algn="ctr"/>
            <a:r>
              <a:rPr sz="1300">
                <a:solidFill>
                  <a:srgbClr val="1B4F72"/>
                </a:solidFill>
                <a:latin typeface="Calibri"/>
              </a:rPr>
              <a:t>SMS Notification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2910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F0F8"/>
                </a:solidFill>
                <a:latin typeface="Calibri"/>
              </a:rPr>
              <a:t>Adhi College of Engineering and Technology   |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slide_bg_gate_1782794126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C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PROJECT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5216"/>
            <a:ext cx="3749039" cy="3657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6217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INSTITUTIONAL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42415"/>
            <a:ext cx="5943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1">
                <a:solidFill>
                  <a:srgbClr val="0096C7"/>
                </a:solidFill>
                <a:latin typeface="Georgia"/>
              </a:rPr>
              <a:t>IN-OUT</a:t>
            </a:r>
            <a:r>
              <a:rPr sz="4600" b="1" i="0">
                <a:solidFill>
                  <a:srgbClr val="023E8A"/>
                </a:solidFill>
                <a:latin typeface="Georgia"/>
              </a:rPr>
              <a:t> — Where Every Exit</a:t>
            </a:r>
          </a:p>
          <a:p>
            <a:r>
              <a:rPr sz="4600" b="1" i="0">
                <a:solidFill>
                  <a:srgbClr val="023E8A"/>
                </a:solidFill>
                <a:latin typeface="Georgia"/>
              </a:rPr>
              <a:t>Becomes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5943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A real-time campus intelligence layer that transforms how universities govern student movement — from opaque paperwork to transparent, instantaneous oversight.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6499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CORE TECHNOLOGY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75887"/>
            <a:ext cx="1517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7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React 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7128" y="3675887"/>
            <a:ext cx="161391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3721607"/>
            <a:ext cx="14310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1628" y="3675887"/>
            <a:ext cx="1709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3068" y="3721607"/>
            <a:ext cx="1527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Express.js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59935"/>
            <a:ext cx="1709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05655"/>
            <a:ext cx="1527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PostgreSQL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059935"/>
            <a:ext cx="1709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4105655"/>
            <a:ext cx="1527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Prisma 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9664" y="4059935"/>
            <a:ext cx="1517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4105655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Fast2SMS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43983"/>
            <a:ext cx="1517904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489703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JWT 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67128" y="4443983"/>
            <a:ext cx="1325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58568" y="4489703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Docker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92608"/>
            <a:ext cx="5074920" cy="625449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530352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AF0F8"/>
                </a:solidFill>
                <a:latin typeface="Georgia"/>
              </a:rPr>
              <a:t>What Is IN-OUT?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1115568"/>
            <a:ext cx="4526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IN-OUT is a campus-deployed intelligence platform that replaces manual hostel leave registers and paper gate passes with a live, role-driven system. Wardens see requests the moment they are submitted. Gate security verifies cryptographic QR passes on exit. Parents receive an automated message the instant their ward leaves or returns — with zero reliance on the internet.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4663440"/>
            <a:ext cx="1338072" cy="1280160"/>
          </a:xfrm>
          <a:prstGeom prst="rect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791456"/>
            <a:ext cx="1338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5394960"/>
            <a:ext cx="133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F0F8"/>
                </a:solidFill>
                <a:latin typeface="Calibri"/>
              </a:rPr>
              <a:t>ROLE LAYERS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88680" y="4663440"/>
            <a:ext cx="1338072" cy="1280160"/>
          </a:xfrm>
          <a:prstGeom prst="rect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88680" y="4791456"/>
            <a:ext cx="1338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8680" y="5394960"/>
            <a:ext cx="133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F0F8"/>
                </a:solidFill>
                <a:latin typeface="Calibri"/>
              </a:rPr>
              <a:t>STATUS STATES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36480" y="4663440"/>
            <a:ext cx="1338072" cy="1280160"/>
          </a:xfrm>
          <a:prstGeom prst="rect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6480" y="4791456"/>
            <a:ext cx="1338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6480" y="5394960"/>
            <a:ext cx="1338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AF0F8"/>
                </a:solidFill>
                <a:latin typeface="Calibri"/>
              </a:rPr>
              <a:t>DB TABLES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slide_bg_domain_1782794159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C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REAL-WORLD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1">
                <a:solidFill>
                  <a:srgbClr val="0096C7"/>
                </a:solidFill>
                <a:latin typeface="Georgia"/>
              </a:rPr>
              <a:t>EdTech Administration</a:t>
            </a:r>
            <a:r>
              <a:rPr sz="4200" b="1" i="0">
                <a:solidFill>
                  <a:srgbClr val="023E8A"/>
                </a:solidFill>
                <a:latin typeface="Georgia"/>
              </a:rPr>
              <a:t> — The Frontier Nobody Digitised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B4F72"/>
                </a:solidFill>
                <a:latin typeface="Calibri"/>
              </a:rPr>
              <a:t>IN-OUT operates at the intersection of institutional governance, real-time systems engineering, and campus safety infrastructure.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1284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12848"/>
            <a:ext cx="3749039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40864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EDTECH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4747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Automating the governance layer of residential education — wardens, students, and security operating on a single unified platform instead of three separate paper trails.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1" y="221284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1" y="2212848"/>
            <a:ext cx="3749039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2340864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REAL-TIME SYSTEMS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743200"/>
            <a:ext cx="34747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Event-driven architecture using WebSockets ensures zero-latency decision communication. A warden's approval reaches a student's screen in under a second.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2" y="2212848"/>
            <a:ext cx="3749039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2" y="2212848"/>
            <a:ext cx="3749039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2" y="2340864"/>
            <a:ext cx="34747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7B6"/>
                </a:solidFill>
                <a:latin typeface="Calibri"/>
              </a:rPr>
              <a:t>CAMPUS SAFETY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2" y="2743200"/>
            <a:ext cx="347471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Role-based access, cryptographic QR verification, automated overdue alerts, and immutable audit logs make IN-OUT a safety-critical institutional tool.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62272"/>
            <a:ext cx="11091672" cy="2066543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F0F8"/>
                </a:solidFill>
                <a:latin typeface="Calibri"/>
              </a:rPr>
              <a:t>WHY NOT CLOUD?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92624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Campus intranet delivers 100% uptime with zero monthly cost and full data sovereignty on premises.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6451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F0F8"/>
                </a:solidFill>
                <a:latin typeface="Calibri"/>
              </a:rPr>
              <a:t>WHY NOT AN APP?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992624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 progressive web platform works on any device — no installation, no app store delays.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46451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F0F8"/>
                </a:solidFill>
                <a:latin typeface="Calibri"/>
              </a:rPr>
              <a:t>WHY WEBSOCKETS?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4992624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HTTP polling wastes bandwidth. Socket.IO pushes events instantly, keeping the dashboard always live.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6451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AF0F8"/>
                </a:solidFill>
                <a:latin typeface="Calibri"/>
              </a:rPr>
              <a:t>WHY TYPESCRIPT?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992624"/>
            <a:ext cx="2606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Shared types between client and server eliminate data mismatch bugs before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slide_bg_problem_1782794170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C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SYSTEM ARCHITECTURE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23E8A"/>
                </a:solidFill>
                <a:latin typeface="Georgia"/>
              </a:rPr>
              <a:t>The Broken Chain in </a:t>
            </a:r>
            <a:r>
              <a:rPr sz="4000" b="1" i="1">
                <a:solidFill>
                  <a:srgbClr val="0096C7"/>
                </a:solidFill>
                <a:latin typeface="Georgia"/>
              </a:rPr>
              <a:t>Hostel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Every existing hostel process has a structural failure point. Here is where the chain breaks — and where IN-OUT intervenes.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215798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84832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C7"/>
                </a:solidFill>
                <a:latin typeface="Calibri"/>
              </a:rPr>
              <a:t>STAGE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40864"/>
            <a:ext cx="1975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3E8A"/>
                </a:solidFill>
                <a:latin typeface="Calibri"/>
              </a:rPr>
              <a:t>Paper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975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4F72"/>
                </a:solidFill>
                <a:latin typeface="Calibri"/>
              </a:rPr>
              <a:t>Student writes a form. Warden may not be available for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26517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6C7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25496" y="1993392"/>
            <a:ext cx="215798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2084832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C7"/>
                </a:solidFill>
                <a:latin typeface="Calibri"/>
              </a:rP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340864"/>
            <a:ext cx="1975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3E8A"/>
                </a:solidFill>
                <a:latin typeface="Calibri"/>
              </a:rPr>
              <a:t>Manual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743200"/>
            <a:ext cx="1975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4F72"/>
                </a:solidFill>
                <a:latin typeface="Calibri"/>
              </a:rPr>
              <a:t>No digital queue. Emergencies look identical to routine 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6517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6C7"/>
                </a:solidFill>
                <a:latin typeface="Calibri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2352" y="1993392"/>
            <a:ext cx="215798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084832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C7"/>
                </a:solidFill>
                <a:latin typeface="Calibri"/>
              </a:rPr>
              <a:t>STAGE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2340864"/>
            <a:ext cx="1975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3E8A"/>
                </a:solidFill>
                <a:latin typeface="Calibri"/>
              </a:rPr>
              <a:t>Paper Gate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743200"/>
            <a:ext cx="1975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4F72"/>
                </a:solidFill>
                <a:latin typeface="Calibri"/>
              </a:rPr>
              <a:t>Guards verify nothing. Passes can be forged or reused.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6517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6C7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79208" y="1993392"/>
            <a:ext cx="215798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2084832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C7"/>
                </a:solidFill>
                <a:latin typeface="Calibri"/>
              </a:rPr>
              <a:t>STAGE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340864"/>
            <a:ext cx="1975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3E8A"/>
                </a:solidFill>
                <a:latin typeface="Calibri"/>
              </a:rPr>
              <a:t>No Return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743200"/>
            <a:ext cx="1975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4F72"/>
                </a:solidFill>
                <a:latin typeface="Calibri"/>
              </a:rPr>
              <a:t>Overdue students go undetected until a manual roll call.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517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96C7"/>
                </a:solidFill>
                <a:latin typeface="Calibri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56064" y="1993392"/>
            <a:ext cx="2157984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4" y="2084832"/>
            <a:ext cx="19751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96C7"/>
                </a:solidFill>
                <a:latin typeface="Calibri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340864"/>
            <a:ext cx="19751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3E8A"/>
                </a:solidFill>
                <a:latin typeface="Calibri"/>
              </a:rPr>
              <a:t>Zero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743200"/>
            <a:ext cx="19751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B4F72"/>
                </a:solidFill>
                <a:latin typeface="Calibri"/>
              </a:rPr>
              <a:t>No audit trail. No parent alert. No record.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767328"/>
            <a:ext cx="3291840" cy="2706624"/>
          </a:xfrm>
          <a:prstGeom prst="rect">
            <a:avLst/>
          </a:prstGeom>
          <a:solidFill>
            <a:srgbClr val="DCEBF5"/>
          </a:solidFill>
          <a:ln w="1905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3767328"/>
            <a:ext cx="64008" cy="270662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895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6E7A"/>
                </a:solidFill>
                <a:latin typeface="Calibri"/>
              </a:rPr>
              <a:t>WITHOUT IN-OUT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26110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Hours to approve a leave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66344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Paper passes with no 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06577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Parents uninformed until they 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546811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No automated overdue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8704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4F"/>
                </a:solidFill>
                <a:latin typeface="Calibri"/>
              </a:rPr>
              <a:t>Disputes with no evidence trail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05072" y="3767328"/>
            <a:ext cx="8183879" cy="270662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9664" y="3895344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F0F8"/>
                </a:solidFill>
                <a:latin typeface="Calibri"/>
              </a:rPr>
              <a:t>THE IN-OUT RESOLUTION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9664" y="4261104"/>
            <a:ext cx="786384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unified platform where a student submits a request, the warden sees it instantly via WebSocket push, approves it in one action, the gate receives a cryptographic QR verification link, the parent receives an SMS at the moment of exit, and the system autonomously triggers an overdue alert — with every event timestamped and permanently logged.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slide_bg_research_17827942004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FC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23E8A"/>
                </a:solidFill>
                <a:latin typeface="Georgia"/>
              </a:rPr>
              <a:t>Research That </a:t>
            </a:r>
            <a:r>
              <a:rPr sz="3600" b="1" i="1">
                <a:solidFill>
                  <a:srgbClr val="0096C7"/>
                </a:solidFill>
                <a:latin typeface="Georgia"/>
              </a:rPr>
              <a:t>Shaped</a:t>
            </a:r>
            <a:r>
              <a:rPr sz="3600" b="1" i="0">
                <a:solidFill>
                  <a:srgbClr val="023E8A"/>
                </a:solidFill>
                <a:latin typeface="Georgia"/>
              </a:rPr>
              <a:t> Our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2529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4F72"/>
                </a:solidFill>
                <a:latin typeface="Calibri"/>
              </a:rPr>
              <a:t>Four baseline papers — who built it, what they did, and how IN-OUT advances each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82496"/>
            <a:ext cx="55321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82496"/>
            <a:ext cx="64008" cy="226771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64792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C7"/>
                </a:solidFill>
                <a:latin typeface="Calibri"/>
              </a:rPr>
              <a:t>BASELINE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7510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3E8A"/>
                </a:solidFill>
                <a:latin typeface="Georgia"/>
              </a:rPr>
              <a:t>Smart Hostel Management System Using IoT and Web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6888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R. Karthik, S. Murugan et al. — IJRASET, Vol. 9, April 2021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761488"/>
            <a:ext cx="5257800" cy="127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52928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7D8B"/>
                </a:solidFill>
                <a:latin typeface="Calibri"/>
              </a:rPr>
              <a:t>WHAT THEY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090672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RFID-based entry logging with a basic web dashboard showing gate scan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6140" y="2852928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B6"/>
                </a:solidFill>
                <a:latin typeface="Calibri"/>
              </a:rPr>
              <a:t>WHAT WE IMPROVED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6140" y="3090672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Added warden approval workflow, parent SMS alerts, and a full 9-state lifecycle absent in their system.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682496"/>
            <a:ext cx="55321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682496"/>
            <a:ext cx="64008" cy="226771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764792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C7"/>
                </a:solidFill>
                <a:latin typeface="Calibri"/>
              </a:rPr>
              <a:t>BASELINE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1975104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3E8A"/>
                </a:solidFill>
                <a:latin typeface="Georgia"/>
              </a:rPr>
              <a:t>Real-Time Student Attendance Management System Using QR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468880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P. Sharma, A. Jain — IRJET, Vol. 7, Issue 5, May 2020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2761488"/>
            <a:ext cx="5257800" cy="127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2852928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7D8B"/>
                </a:solidFill>
                <a:latin typeface="Calibri"/>
              </a:rPr>
              <a:t>WHAT THEY DID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090672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Static QR codes assigned to students for classroom attendance scanning.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1140" y="2852928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B6"/>
                </a:solidFill>
                <a:latin typeface="Calibri"/>
              </a:rPr>
              <a:t>WHAT WE IMPROVED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1140" y="3090672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Request-bound QR codes tied to a specific approved leave — making forgery structurally impossible.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78224"/>
            <a:ext cx="55321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078224"/>
            <a:ext cx="64008" cy="226771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160520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C7"/>
                </a:solidFill>
                <a:latin typeface="Calibri"/>
              </a:rPr>
              <a:t>BASELINE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370832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3E8A"/>
                </a:solidFill>
                <a:latin typeface="Georgia"/>
              </a:rPr>
              <a:t>Role-Based Access Control in Web Applications — A Survey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86460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E. Bertino, P. Sandhu — IEEE Access, Vol. 8, 2020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157216"/>
            <a:ext cx="5257800" cy="127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248656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7D8B"/>
                </a:solidFill>
                <a:latin typeface="Calibri"/>
              </a:rPr>
              <a:t>WHAT THEY DID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486400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A theoretical survey of RBAC patterns and JWT-based permission models.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6140" y="5248656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B6"/>
                </a:solidFill>
                <a:latin typeface="Calibri"/>
              </a:rPr>
              <a:t>WHAT WE IMPROVED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6140" y="5486400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Strict API-level role guards for all four roles enforced by JWT middleware and Zod schema validation.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078224"/>
            <a:ext cx="553212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078224"/>
            <a:ext cx="64008" cy="226771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4160520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C7"/>
                </a:solidFill>
                <a:latin typeface="Calibri"/>
              </a:rPr>
              <a:t>BASELINE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4370832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3E8A"/>
                </a:solidFill>
                <a:latin typeface="Georgia"/>
              </a:rPr>
              <a:t>Real-Time Notification System Using WebSockets for Institutional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4864608"/>
            <a:ext cx="5257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B6"/>
                </a:solidFill>
                <a:latin typeface="Calibri"/>
              </a:rPr>
              <a:t>V. Kumar, R. Patel — IJCSE, Vol. 11, Issue 3, 2023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28232" y="5157216"/>
            <a:ext cx="5257800" cy="127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5248656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7D8B"/>
                </a:solidFill>
                <a:latin typeface="Calibri"/>
              </a:rPr>
              <a:t>WHAT THEY DID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8232" y="5486400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A generic WebSocket notification layer for campus broadcasting without authentication.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21140" y="5248656"/>
            <a:ext cx="25648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B6"/>
                </a:solidFill>
                <a:latin typeface="Calibri"/>
              </a:rPr>
              <a:t>WHAT WE IMPROVED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1140" y="5486400"/>
            <a:ext cx="256489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Authenticated every Socket.IO connection with the same JWT, closing the LAN snooping vulnerability.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